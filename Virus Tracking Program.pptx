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756" y="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a8965ce97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a8965ce973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a8965ce973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a8965ce973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Particle </a:t>
            </a:r>
            <a:r>
              <a:rPr lang="en" dirty="0"/>
              <a:t>Tracking </a:t>
            </a:r>
            <a:r>
              <a:rPr lang="en" dirty="0" smtClean="0"/>
              <a:t>on GPU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Dalton </a:t>
            </a:r>
            <a:r>
              <a:rPr lang="en" dirty="0" smtClean="0"/>
              <a:t>Nisbett and Peter Jamieson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mtClean="0"/>
              <a:t>Fall Semester - Update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Problem</a:t>
            </a: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Implement a parallel particle simulation on a GPU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 smtClean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Status:</a:t>
            </a:r>
            <a:endParaRPr lang="en" dirty="0" smtClean="0"/>
          </a:p>
          <a:p>
            <a:pPr marL="285750" indent="-285750"/>
            <a:r>
              <a:rPr lang="en" dirty="0" smtClean="0"/>
              <a:t>Converting Jonathan’s </a:t>
            </a:r>
            <a:r>
              <a:rPr lang="en" dirty="0"/>
              <a:t>matlab program into C </a:t>
            </a:r>
            <a:r>
              <a:rPr lang="en" dirty="0" smtClean="0"/>
              <a:t>with the</a:t>
            </a:r>
            <a:r>
              <a:rPr lang="en" dirty="0" smtClean="0"/>
              <a:t> </a:t>
            </a:r>
            <a:r>
              <a:rPr lang="en" dirty="0"/>
              <a:t>CUDA </a:t>
            </a:r>
            <a:r>
              <a:rPr lang="en" dirty="0" smtClean="0"/>
              <a:t>API (Nvidia)</a:t>
            </a:r>
          </a:p>
          <a:p>
            <a:pPr marL="285750" indent="-285750"/>
            <a:r>
              <a:rPr lang="en" dirty="0" smtClean="0"/>
              <a:t>Execute on Google’s Colab (NVIDIA </a:t>
            </a:r>
            <a:r>
              <a:rPr lang="en" dirty="0"/>
              <a:t>Tesla K8 </a:t>
            </a:r>
            <a:r>
              <a:rPr lang="en" dirty="0" smtClean="0"/>
              <a:t>GPUs)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</a:t>
            </a:r>
            <a:r>
              <a:rPr lang="en" dirty="0" smtClean="0"/>
              <a:t>Dalton has </a:t>
            </a:r>
            <a:r>
              <a:rPr lang="en" dirty="0"/>
              <a:t>learned? </a:t>
            </a:r>
            <a:endParaRPr dirty="0"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/>
            <a:r>
              <a:rPr lang="en" dirty="0" smtClean="0"/>
              <a:t>Loop unrolling as a parallelization technique</a:t>
            </a:r>
          </a:p>
          <a:p>
            <a:pPr marL="285750" indent="-285750"/>
            <a:r>
              <a:rPr lang="en" dirty="0" smtClean="0"/>
              <a:t>Learning </a:t>
            </a:r>
            <a:r>
              <a:rPr lang="en" dirty="0"/>
              <a:t>CUDA, Colab, and </a:t>
            </a:r>
            <a:r>
              <a:rPr lang="en" dirty="0" smtClean="0"/>
              <a:t>C – </a:t>
            </a:r>
            <a:r>
              <a:rPr lang="en" b="1" dirty="0" smtClean="0"/>
              <a:t>significant</a:t>
            </a:r>
            <a:endParaRPr lang="en" dirty="0" smtClean="0"/>
          </a:p>
          <a:p>
            <a:pPr marL="285750" indent="-285750"/>
            <a:r>
              <a:rPr lang="en" dirty="0" smtClean="0"/>
              <a:t>Transforming functional code to imperative code</a:t>
            </a:r>
          </a:p>
          <a:p>
            <a:pPr marL="285750" indent="-285750"/>
            <a:endParaRPr lang="en" dirty="0"/>
          </a:p>
          <a:p>
            <a:pPr marL="285750" indent="-285750"/>
            <a:r>
              <a:rPr lang="en" dirty="0" smtClean="0"/>
              <a:t>Currently, implementing the Collision code</a:t>
            </a: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200" dirty="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79</Words>
  <Application>Microsoft Office PowerPoint</Application>
  <PresentationFormat>On-screen Show (16:9)</PresentationFormat>
  <Paragraphs>15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Simple Dark</vt:lpstr>
      <vt:lpstr>Particle Tracking on GPU</vt:lpstr>
      <vt:lpstr>Problem</vt:lpstr>
      <vt:lpstr>What Dalton has learned?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Virus Tracking Program</dc:title>
  <cp:lastModifiedBy>"jamiespa"</cp:lastModifiedBy>
  <cp:revision>3</cp:revision>
  <dcterms:modified xsi:type="dcterms:W3CDTF">2020-11-10T19:21:28Z</dcterms:modified>
</cp:coreProperties>
</file>